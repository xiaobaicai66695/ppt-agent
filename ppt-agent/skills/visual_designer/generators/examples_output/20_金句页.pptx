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经典开篇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 i="0">
                <a:solidFill>
                  <a:srgbClr val="2C5282"/>
                </a:solidFill>
              </a:defRPr>
            </a:pPr>
            <a:r>
              <a:t>“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48495" cy="29260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103120"/>
            <a:ext cx="88998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1A202C"/>
                </a:solidFill>
              </a:defRPr>
            </a:pPr>
            <a:r>
              <a:t>多年以后，面对行刑队，奥雷里亚诺·布恩迪亚上校将会回想起父亲带他去见识冰块的那个遥远的下午。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846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4A5568"/>
                </a:solidFill>
              </a:defRPr>
            </a:pPr>
            <a:r>
              <a:t>—— ——加西亚·马尔克斯《百年孤独》开篇名句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5669280"/>
            <a:ext cx="1371600" cy="914400"/>
          </a:xfrm>
          <a:prstGeom prst="rect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