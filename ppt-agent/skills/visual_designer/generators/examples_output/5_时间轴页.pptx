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1A202C"/>
                </a:solidFill>
              </a:defRPr>
            </a:pPr>
            <a:r>
              <a:t>马尔克斯创作历程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514600"/>
            <a:ext cx="10515600" cy="4572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255520" y="2423160"/>
            <a:ext cx="228600" cy="228600"/>
          </a:xfrm>
          <a:prstGeom prst="rect">
            <a:avLst/>
          </a:prstGeom>
          <a:solidFill>
            <a:srgbClr val="A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81200" y="2011680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2D3748"/>
                </a:solidFill>
              </a:defRPr>
            </a:pPr>
            <a:r>
              <a:t>1927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98320" y="2834640"/>
            <a:ext cx="1143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1A202C"/>
                </a:solidFill>
              </a:defRPr>
            </a:pPr>
            <a:r>
              <a:t>出生于阿拉卡塔卡</a:t>
            </a:r>
          </a:p>
        </p:txBody>
      </p:sp>
      <p:sp>
        <p:nvSpPr>
          <p:cNvPr id="8" name="Rectangle 7"/>
          <p:cNvSpPr/>
          <p:nvPr/>
        </p:nvSpPr>
        <p:spPr>
          <a:xfrm>
            <a:off x="2209800" y="2441448"/>
            <a:ext cx="182880" cy="18288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09800" y="2441448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1A202C"/>
                </a:solidFill>
              </a:defRPr>
            </a:pPr>
            <a: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08119" y="2423160"/>
            <a:ext cx="228600" cy="228600"/>
          </a:xfrm>
          <a:prstGeom prst="rect">
            <a:avLst/>
          </a:prstGeom>
          <a:solidFill>
            <a:srgbClr val="A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33799" y="2011680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2D3748"/>
                </a:solidFill>
              </a:defRPr>
            </a:pPr>
            <a:r>
              <a:t>1955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50919" y="2834640"/>
            <a:ext cx="1143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1A202C"/>
                </a:solidFill>
              </a:defRPr>
            </a:pPr>
            <a:r>
              <a:t>记者生涯转折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62399" y="2441448"/>
            <a:ext cx="182880" cy="18288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62399" y="2441448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1A202C"/>
                </a:solidFill>
              </a:defRPr>
            </a:pPr>
            <a: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720" y="2423160"/>
            <a:ext cx="228600" cy="228600"/>
          </a:xfrm>
          <a:prstGeom prst="rect">
            <a:avLst/>
          </a:prstGeom>
          <a:solidFill>
            <a:srgbClr val="A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0" y="2011680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2D3748"/>
                </a:solidFill>
              </a:defRPr>
            </a:pPr>
            <a:r>
              <a:t>1965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2834640"/>
            <a:ext cx="1143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1A202C"/>
                </a:solidFill>
              </a:defRPr>
            </a:pPr>
            <a:r>
              <a:t>闭关写作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0" y="2441448"/>
            <a:ext cx="182880" cy="18288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5000" y="2441448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1A202C"/>
                </a:solidFill>
              </a:defRPr>
            </a:pPr>
            <a: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13320" y="2423160"/>
            <a:ext cx="228600" cy="228600"/>
          </a:xfrm>
          <a:prstGeom prst="rect">
            <a:avLst/>
          </a:prstGeom>
          <a:solidFill>
            <a:srgbClr val="A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39000" y="2011680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2D3748"/>
                </a:solidFill>
              </a:defRPr>
            </a:pPr>
            <a:r>
              <a:t>1967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56120" y="2834640"/>
            <a:ext cx="1143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1A202C"/>
                </a:solidFill>
              </a:defRPr>
            </a:pPr>
            <a:r>
              <a:t>《百年孤独》出版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67599" y="2441448"/>
            <a:ext cx="182880" cy="18288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67599" y="2441448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1A202C"/>
                </a:solidFill>
              </a:defRPr>
            </a:pPr>
            <a:r>
              <a:t>04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65920" y="2423160"/>
            <a:ext cx="228600" cy="228600"/>
          </a:xfrm>
          <a:prstGeom prst="rect">
            <a:avLst/>
          </a:prstGeom>
          <a:solidFill>
            <a:srgbClr val="A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91599" y="2011680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2D3748"/>
                </a:solidFill>
              </a:defRPr>
            </a:pPr>
            <a:r>
              <a:t>1982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08720" y="2834640"/>
            <a:ext cx="1143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1A202C"/>
                </a:solidFill>
              </a:defRPr>
            </a:pPr>
            <a:r>
              <a:t>获诺贝尔文学奖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20199" y="2441448"/>
            <a:ext cx="182880" cy="18288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20199" y="2441448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1A202C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