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0" b="1" i="0">
                <a:solidFill>
                  <a:srgbClr val="F5F8FA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83464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A4A52"/>
                </a:solidFill>
              </a:defRPr>
            </a:pPr>
            <a:r>
              <a:t>魔幻现实主义手法解析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40233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BA3B8"/>
                </a:solidFill>
              </a:defRPr>
            </a:pPr>
            <a:r>
              <a:t>幻想与现实的完美融合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931920"/>
            <a:ext cx="1097280" cy="54864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