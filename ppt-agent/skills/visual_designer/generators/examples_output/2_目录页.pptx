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8096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02C"/>
                </a:solidFill>
              </a:defRPr>
            </a:pPr>
            <a:r>
              <a:t>内容概览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0574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202C"/>
                </a:solidFill>
              </a:defRPr>
            </a:pPr>
            <a:r>
              <a:t>01  作品背景与作者介绍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7432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202C"/>
                </a:solidFill>
              </a:defRPr>
            </a:pPr>
            <a:r>
              <a:t>02  布恩迪亚家族七代人物谱系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4290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202C"/>
                </a:solidFill>
              </a:defRPr>
            </a:pPr>
            <a:r>
              <a:t>03  魔幻现实主义手法解析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0" y="20574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202C"/>
                </a:solidFill>
              </a:defRPr>
            </a:pPr>
            <a:r>
              <a:t>04  核心主题与文学影响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0" y="27432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202C"/>
                </a:solidFill>
              </a:defRPr>
            </a:pPr>
            <a:r>
              <a:t>05  经典语录与总结回顾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