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核心主题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59"/>
            <a:ext cx="73152" cy="502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202C"/>
                </a:solidFill>
              </a:defRPr>
            </a:pPr>
            <a:r>
              <a:t>《百年孤独》五大核心主题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18096"/>
                </a:solidFill>
              </a:defRPr>
            </a:pPr>
            <a:r>
              <a:t>贯穿七代人命运的精神线索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2719" y="1722119"/>
            <a:ext cx="609600" cy="6096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719" y="1722119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孤独：每个角色以不同方式体验与他人的隔绝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50479" y="1722119"/>
            <a:ext cx="609600" cy="609600"/>
          </a:xfrm>
          <a:prstGeom prst="roundRect">
            <a:avLst/>
          </a:prstGeom>
          <a:solidFill>
            <a:srgbClr val="D9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0479" y="1722119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宿命：羊皮卷预言不可逃避的家族命运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2719" y="3398519"/>
            <a:ext cx="609600" cy="609600"/>
          </a:xfrm>
          <a:prstGeom prst="roundRect">
            <a:avLst/>
          </a:prstGeom>
          <a:solidFill>
            <a:srgbClr val="4A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2719" y="3398519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5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时间循环：历史不断重复，无法打破的轮回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0479" y="3398519"/>
            <a:ext cx="609600" cy="609600"/>
          </a:xfrm>
          <a:prstGeom prst="roundRect">
            <a:avLst/>
          </a:prstGeom>
          <a:solidFill>
            <a:srgbClr val="D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0479" y="3398519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145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爱情与乱伦：家族禁忌之恋导致猪尾巴孩子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2719" y="5074920"/>
            <a:ext cx="609600" cy="609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2719" y="507492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2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权力异化：从起义领袖到独裁者的堕落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50479" y="5074920"/>
            <a:ext cx="609600" cy="6096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0479" y="507492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D8E8F0"/>
                </a:solidFill>
              </a:defRPr>
            </a:pPr>
            <a:r>
              <a:t>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82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A202C"/>
                </a:solidFill>
              </a:defRPr>
            </a:pPr>
            <a:r>
              <a:t>遗忘与记忆：失眠症隐喻拉美历史被抹去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