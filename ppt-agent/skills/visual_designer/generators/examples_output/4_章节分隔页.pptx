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834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作品背景与作者介绍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4023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加西亚·马尔克斯与《百年孤独》的创作历程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93192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