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754880" cy="6858000"/>
          </a:xfrm>
          <a:prstGeom prst="rect">
            <a:avLst/>
          </a:prstGeom>
          <a:solidFill>
            <a:srgbClr val="5A8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0"/>
            <a:ext cx="4114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0" b="1" i="0">
                <a:solidFill>
                  <a:srgbClr val="F5F8FA"/>
                </a:solidFill>
              </a:defRPr>
            </a:pPr>
            <a: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0" y="2834640"/>
            <a:ext cx="6217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 i="0">
                <a:solidFill>
                  <a:srgbClr val="3A4A52"/>
                </a:solidFill>
              </a:defRPr>
            </a:pPr>
            <a:r>
              <a:t>核心主题与文学影响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0" y="4023360"/>
            <a:ext cx="6217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7BA3B8"/>
                </a:solidFill>
              </a:defRPr>
            </a:pPr>
            <a:r>
              <a:t>孤独、命运与拉美身份认同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0" y="3931920"/>
            <a:ext cx="1097280" cy="54864"/>
          </a:xfrm>
          <a:prstGeom prst="rect">
            <a:avLst/>
          </a:prstGeom>
          <a:solidFill>
            <a:srgbClr val="A8C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