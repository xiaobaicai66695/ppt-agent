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男性成员</c:v>
                </c:pt>
              </c:strCache>
            </c:strRef>
          </c:tx>
          <c:spPr>
            <a:solidFill>
              <a:srgbClr val="5A8AA8"/>
            </a:solidFill>
          </c:spPr>
          <c:dPt>
            <c:idx val="0"/>
            <c:spPr>
              <a:solidFill>
                <a:srgbClr val="5A8AA8"/>
              </a:solidFill>
            </c:spPr>
          </c:dPt>
          <c:dPt>
            <c:idx val="1"/>
            <c:spPr>
              <a:solidFill>
                <a:srgbClr val="5A8AA8"/>
              </a:solidFill>
            </c:spPr>
          </c:dPt>
          <c:dPt>
            <c:idx val="2"/>
            <c:spPr>
              <a:solidFill>
                <a:srgbClr val="5A8AA8"/>
              </a:solidFill>
            </c:spPr>
          </c:dPt>
          <c:dPt>
            <c:idx val="3"/>
            <c:spPr>
              <a:solidFill>
                <a:srgbClr val="5A8AA8"/>
              </a:solidFill>
            </c:spPr>
          </c:dPt>
          <c:dPt>
            <c:idx val="4"/>
            <c:spPr>
              <a:solidFill>
                <a:srgbClr val="5A8AA8"/>
              </a:solidFill>
            </c:spPr>
          </c:dPt>
          <c:dPt>
            <c:idx val="5"/>
            <c:spPr>
              <a:solidFill>
                <a:srgbClr val="5A8AA8"/>
              </a:solidFill>
            </c:spPr>
          </c:dPt>
          <c:dPt>
            <c:idx val="6"/>
            <c:spPr>
              <a:solidFill>
                <a:srgbClr val="5A8AA8"/>
              </a:solidFill>
            </c:spPr>
          </c:dPt>
          <c:cat>
            <c:strRef>
              <c:f>Sheet1!$A$2:$A$8</c:f>
              <c:strCache>
                <c:ptCount val="7"/>
                <c:pt idx="0">
                  <c:v>第1代</c:v>
                </c:pt>
                <c:pt idx="1">
                  <c:v>第2代</c:v>
                </c:pt>
                <c:pt idx="2">
                  <c:v>第3代</c:v>
                </c:pt>
                <c:pt idx="3">
                  <c:v>第4代</c:v>
                </c:pt>
                <c:pt idx="4">
                  <c:v>第5代</c:v>
                </c:pt>
                <c:pt idx="5">
                  <c:v>第6代</c:v>
                </c:pt>
                <c:pt idx="6">
                  <c:v>第7代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6</c:v>
                </c:pt>
                <c:pt idx="2">
                  <c:v>8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女性成员</c:v>
                </c:pt>
              </c:strCache>
            </c:strRef>
          </c:tx>
          <c:spPr>
            <a:solidFill>
              <a:srgbClr val="7BA3B8"/>
            </a:solidFill>
          </c:spPr>
          <c:dPt>
            <c:idx val="0"/>
            <c:spPr>
              <a:solidFill>
                <a:srgbClr val="7BA3B8"/>
              </a:solidFill>
            </c:spPr>
          </c:dPt>
          <c:dPt>
            <c:idx val="1"/>
            <c:spPr>
              <a:solidFill>
                <a:srgbClr val="7BA3B8"/>
              </a:solidFill>
            </c:spPr>
          </c:dPt>
          <c:dPt>
            <c:idx val="2"/>
            <c:spPr>
              <a:solidFill>
                <a:srgbClr val="7BA3B8"/>
              </a:solidFill>
            </c:spPr>
          </c:dPt>
          <c:dPt>
            <c:idx val="3"/>
            <c:spPr>
              <a:solidFill>
                <a:srgbClr val="7BA3B8"/>
              </a:solidFill>
            </c:spPr>
          </c:dPt>
          <c:dPt>
            <c:idx val="4"/>
            <c:spPr>
              <a:solidFill>
                <a:srgbClr val="7BA3B8"/>
              </a:solidFill>
            </c:spPr>
          </c:dPt>
          <c:dPt>
            <c:idx val="5"/>
            <c:spPr>
              <a:solidFill>
                <a:srgbClr val="7BA3B8"/>
              </a:solidFill>
            </c:spPr>
          </c:dPt>
          <c:dPt>
            <c:idx val="6"/>
            <c:spPr>
              <a:solidFill>
                <a:srgbClr val="7BA3B8"/>
              </a:solidFill>
            </c:spPr>
          </c:dPt>
          <c:cat>
            <c:strRef>
              <c:f>Sheet1!$A$2:$A$8</c:f>
              <c:strCache>
                <c:ptCount val="7"/>
                <c:pt idx="0">
                  <c:v>第1代</c:v>
                </c:pt>
                <c:pt idx="1">
                  <c:v>第2代</c:v>
                </c:pt>
                <c:pt idx="2">
                  <c:v>第3代</c:v>
                </c:pt>
                <c:pt idx="3">
                  <c:v>第4代</c:v>
                </c:pt>
                <c:pt idx="4">
                  <c:v>第5代</c:v>
                </c:pt>
                <c:pt idx="5">
                  <c:v>第6代</c:v>
                </c:pt>
                <c:pt idx="6">
                  <c:v>第7代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1000">
              <a:solidFill>
                <a:srgbClr val="2563EB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568"/>
                </a:solidFill>
              </a:defRPr>
            </a:pPr>
            <a:r>
              <a:t>数据分析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59"/>
            <a:ext cx="73152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202C"/>
                </a:solidFill>
              </a:defRPr>
            </a:pPr>
            <a:r>
              <a:t>布恩迪亚家族七代人口统计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18096"/>
                </a:solidFill>
              </a:defRPr>
            </a:pPr>
            <a:r>
              <a:t>每代男性与女性成员数量对比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463039"/>
          <a:ext cx="109728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