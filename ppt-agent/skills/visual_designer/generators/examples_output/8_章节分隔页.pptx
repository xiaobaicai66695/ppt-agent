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0" b="1" i="0">
                <a:solidFill>
                  <a:srgbClr val="F5F8FA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283464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3A4A52"/>
                </a:solidFill>
              </a:defRPr>
            </a:pPr>
            <a:r>
              <a:t>布恩迪亚家族七代人物谱系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402336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7BA3B8"/>
                </a:solidFill>
              </a:defRPr>
            </a:pPr>
            <a:r>
              <a:t>跨越144年的家族命运轮回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3931920"/>
            <a:ext cx="1097280" cy="54864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