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568"/>
                </a:solidFill>
              </a:defRPr>
            </a:pPr>
            <a:r>
              <a:t>战略分析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73152" cy="4572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202C"/>
                </a:solidFill>
              </a:defRPr>
            </a:pPr>
            <a:r>
              <a:t>魔幻现实主义文学流派分析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718096"/>
                </a:solidFill>
              </a:defRPr>
            </a:pPr>
            <a:r>
              <a:t>以《百年孤独》为代表的拉美文学爆炸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40680" cy="2331720"/>
          </a:xfrm>
          <a:prstGeom prst="rect">
            <a:avLst/>
          </a:prstGeom>
          <a:solidFill>
            <a:srgbClr val="3D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39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D8E8F0"/>
                </a:solidFill>
              </a:defRPr>
            </a:pPr>
            <a: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91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8E8F0"/>
                </a:solidFill>
              </a:defRPr>
            </a:pPr>
            <a:r>
              <a:t>优势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96312"/>
            <a:ext cx="109728" cy="10972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8E8F0"/>
                </a:solidFill>
              </a:defRPr>
            </a:pPr>
            <a:r>
              <a:t>将拉美现实与神话融合，创造独特叙事风格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53512"/>
            <a:ext cx="109728" cy="10972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8E8F0"/>
                </a:solidFill>
              </a:defRPr>
            </a:pPr>
            <a:r>
              <a:t>打破西方线性叙事传统，提供全新时间观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410712"/>
            <a:ext cx="109728" cy="10972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8E8F0"/>
                </a:solidFill>
              </a:defRPr>
            </a:pPr>
            <a:r>
              <a:t>语言丰富华丽，充满诗意与想象力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867912"/>
            <a:ext cx="109728" cy="10972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9476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8E8F0"/>
                </a:solidFill>
              </a:defRPr>
            </a:pPr>
            <a:r>
              <a:t>深刻反映拉美殖民、独裁、被遗忘的历史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325880"/>
            <a:ext cx="5440680" cy="23317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463039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D8E8F0"/>
                </a:solidFill>
              </a:defRPr>
            </a:pPr>
            <a:r>
              <a:t>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691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8E8F0"/>
                </a:solidFill>
              </a:defRPr>
            </a:pPr>
            <a:r>
              <a:t>劣势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496312"/>
            <a:ext cx="109728" cy="10972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42316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8E8F0"/>
                </a:solidFill>
              </a:defRPr>
            </a:pPr>
            <a:r>
              <a:t>人物众多且命名重复，读者容易混淆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953512"/>
            <a:ext cx="109728" cy="10972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88036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8E8F0"/>
                </a:solidFill>
              </a:defRPr>
            </a:pPr>
            <a:r>
              <a:t>魔幻元素过多可能削弱现实批判力度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410712"/>
            <a:ext cx="109728" cy="10972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33756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8E8F0"/>
                </a:solidFill>
              </a:defRPr>
            </a:pPr>
            <a:r>
              <a:t>循环结构导致情节推进缓慢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867912"/>
            <a:ext cx="109728" cy="10972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79476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8E8F0"/>
                </a:solidFill>
              </a:defRPr>
            </a:pPr>
            <a:r>
              <a:t>文化背景差异造成非拉美读者理解障碍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49040"/>
            <a:ext cx="5440680" cy="2331720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862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D8E8F0"/>
                </a:solidFill>
              </a:defRPr>
            </a:pPr>
            <a:r>
              <a:t>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114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8E8F0"/>
                </a:solidFill>
              </a:defRPr>
            </a:pPr>
            <a:r>
              <a:t>机会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919472"/>
            <a:ext cx="109728" cy="10972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8463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8E8F0"/>
                </a:solidFill>
              </a:defRPr>
            </a:pPr>
            <a:r>
              <a:t>全球后殖民研究兴起，重新发现其历史价值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376672"/>
            <a:ext cx="109728" cy="10972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3035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8E8F0"/>
                </a:solidFill>
              </a:defRPr>
            </a:pPr>
            <a:r>
              <a:t>影视改编潜力巨大（Netflix已宣布改编计划）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5833872"/>
            <a:ext cx="109728" cy="10972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7607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8E8F0"/>
                </a:solidFill>
              </a:defRPr>
            </a:pPr>
            <a:r>
              <a:t>跨学科研究（历史学、人类学、心理学）拓展解读空间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6291072"/>
            <a:ext cx="109728" cy="10972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6217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8E8F0"/>
                </a:solidFill>
              </a:defRPr>
            </a:pPr>
            <a:r>
              <a:t>数字人文技术帮助读者理解复杂人物关系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3749040"/>
            <a:ext cx="5440680" cy="2331720"/>
          </a:xfrm>
          <a:prstGeom prst="rect">
            <a:avLst/>
          </a:prstGeom>
          <a:solidFill>
            <a:srgbClr val="3A4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38862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D8E8F0"/>
                </a:solidFill>
              </a:defRPr>
            </a:pPr>
            <a:r>
              <a:t>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114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8E8F0"/>
                </a:solidFill>
              </a:defRPr>
            </a:pPr>
            <a:r>
              <a:t>威胁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919472"/>
            <a:ext cx="109728" cy="10972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8463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8E8F0"/>
                </a:solidFill>
              </a:defRPr>
            </a:pPr>
            <a:r>
              <a:t>当代读者注意力下降，长篇小说阅读率降低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5376672"/>
            <a:ext cx="109728" cy="10972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3035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8E8F0"/>
                </a:solidFill>
              </a:defRPr>
            </a:pPr>
            <a:r>
              <a:t>拉美文学爆炸经典被过度学术化，远离大众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5833872"/>
            <a:ext cx="109728" cy="10972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57607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8E8F0"/>
                </a:solidFill>
              </a:defRPr>
            </a:pPr>
            <a:r>
              <a:t>文化挪用争议（西方对拉美叙事的消费）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6291072"/>
            <a:ext cx="109728" cy="10972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62179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8E8F0"/>
                </a:solidFill>
              </a:defRPr>
            </a:pPr>
            <a:r>
              <a:t>政治正确审查对魔幻元素真实性的质疑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