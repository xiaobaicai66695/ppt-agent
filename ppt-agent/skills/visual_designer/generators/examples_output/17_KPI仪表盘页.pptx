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8096"/>
                </a:solidFill>
              </a:defRPr>
            </a:pPr>
            <a:r>
              <a:t>数据 · 影响力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02C"/>
                </a:solidFill>
              </a:defRPr>
            </a:pPr>
            <a:r>
              <a:t>《百年孤独》全球影响力数据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5568"/>
                </a:solidFill>
              </a:defRPr>
            </a:pPr>
            <a:r>
              <a:t>出版至今的文化传播指标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78627" cy="1828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" cy="18288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128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2D3748"/>
                </a:solidFill>
              </a:defRPr>
            </a:pPr>
            <a:r>
              <a:t>5000万+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51128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全球累计销量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51128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5568"/>
                </a:solidFill>
              </a:defRPr>
            </a:pPr>
            <a:r>
              <a:t>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51128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18096"/>
                </a:solidFill>
              </a:defRPr>
            </a:pPr>
            <a:r>
              <a:t>西班牙语小说最高纪录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5867" y="1645920"/>
            <a:ext cx="5478627" cy="1828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5867" y="1645920"/>
            <a:ext cx="54864" cy="18288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1783080"/>
            <a:ext cx="51128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2D3748"/>
                </a:solidFill>
              </a:defRPr>
            </a:pPr>
            <a:r>
              <a:t>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450592"/>
            <a:ext cx="51128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翻译语言数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7" y="2852928"/>
            <a:ext cx="51128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5568"/>
                </a:solidFill>
              </a:defRPr>
            </a:pPr>
            <a:r>
              <a:t>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3154680"/>
            <a:ext cx="51128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18096"/>
                </a:solidFill>
              </a:defRPr>
            </a:pPr>
            <a:r>
              <a:t>覆盖全球主要语种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478627" cy="1828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54864" cy="18288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51128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2D3748"/>
                </a:solidFill>
              </a:defRPr>
            </a:pPr>
            <a:r>
              <a:t>1982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2"/>
            <a:ext cx="51128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诺贝尔文学奖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56048"/>
            <a:ext cx="51128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5568"/>
                </a:solidFill>
              </a:defRPr>
            </a:pPr>
            <a: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51128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18096"/>
                </a:solidFill>
              </a:defRPr>
            </a:pPr>
            <a:r>
              <a:t>马尔克斯获奖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5867" y="3749039"/>
            <a:ext cx="5478627" cy="1828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5867" y="3749039"/>
            <a:ext cx="54864" cy="18288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747" y="3886200"/>
            <a:ext cx="51128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2D3748"/>
                </a:solidFill>
              </a:defRPr>
            </a:pPr>
            <a:r>
              <a:t>100+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47" y="4553712"/>
            <a:ext cx="51128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学术研究专著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747" y="4956048"/>
            <a:ext cx="51128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5568"/>
                </a:solidFill>
              </a:defRPr>
            </a:pPr>
            <a: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747" y="5257800"/>
            <a:ext cx="51128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18096"/>
                </a:solidFill>
              </a:defRPr>
            </a:pPr>
            <a:r>
              <a:t>全球高校必修文本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11277295" cy="914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486400"/>
            <a:ext cx="9021836" cy="914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65099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18096"/>
                </a:solidFill>
              </a:defRPr>
            </a:pPr>
            <a:r>
              <a:t>整体完成度：80%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