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魔幻现实主义叙事结构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432407" y="2560320"/>
            <a:ext cx="1645920" cy="128016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32407" y="2560320"/>
            <a:ext cx="73152" cy="128016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287" y="26974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374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3847" y="30632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02C"/>
                </a:solidFill>
              </a:defRPr>
            </a:pPr>
            <a:r>
              <a:t>循环时间观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847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18096"/>
                </a:solidFill>
              </a:defRPr>
            </a:pPr>
            <a:r>
              <a:t>家族历史不断重复，名字与命运轮回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4047" y="3063240"/>
            <a:ext cx="182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4A5568"/>
                </a:solidFill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2647" y="2560320"/>
            <a:ext cx="1645920" cy="128016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2647" y="2560320"/>
            <a:ext cx="73152" cy="128016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5527" y="26974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3748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4087" y="30632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02C"/>
                </a:solidFill>
              </a:defRPr>
            </a:pPr>
            <a:r>
              <a:t>魔幻事件日常化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4087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18096"/>
                </a:solidFill>
              </a:defRPr>
            </a:pPr>
            <a:r>
              <a:t>升天、鬼魂、预言以平静语气叙述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4287" y="3063240"/>
            <a:ext cx="182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4A5568"/>
                </a:solidFill>
              </a:defRPr>
            </a:pPr>
            <a: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2887" y="2560320"/>
            <a:ext cx="1645920" cy="128016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72887" y="2560320"/>
            <a:ext cx="73152" cy="128016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5767" y="26974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3748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4327" y="30632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02C"/>
                </a:solidFill>
              </a:defRPr>
            </a:pPr>
            <a:r>
              <a:t>现实事件魔幻化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4327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18096"/>
                </a:solidFill>
              </a:defRPr>
            </a:pPr>
            <a:r>
              <a:t>战争、屠杀、殖民以荒诞手法呈现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4527" y="3063240"/>
            <a:ext cx="182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4A5568"/>
                </a:solidFill>
              </a:defRPr>
            </a:pPr>
            <a: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93127" y="2560320"/>
            <a:ext cx="1645920" cy="128016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93127" y="2560320"/>
            <a:ext cx="73152" cy="128016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6007" y="26974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3748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567" y="30632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02C"/>
                </a:solidFill>
              </a:defRPr>
            </a:pPr>
            <a:r>
              <a:t>预言与宿命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4567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18096"/>
                </a:solidFill>
              </a:defRPr>
            </a:pPr>
            <a:r>
              <a:t>吉普赛人羊皮卷预言家族百年命运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4767" y="3063240"/>
            <a:ext cx="182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4A5568"/>
                </a:solidFill>
              </a:defRPr>
            </a:pPr>
            <a: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3367" y="2560320"/>
            <a:ext cx="1645920" cy="128016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13367" y="2560320"/>
            <a:ext cx="73152" cy="128016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6247" y="26974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3748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4807" y="30632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02C"/>
                </a:solidFill>
              </a:defRPr>
            </a:pPr>
            <a:r>
              <a:t>孤独主题贯穿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4807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18096"/>
                </a:solidFill>
              </a:defRPr>
            </a:pPr>
            <a:r>
              <a:t>每个角色以不同方式体验孤独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