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0" y="5669280"/>
            <a:ext cx="3200400" cy="1645920"/>
          </a:xfrm>
          <a:prstGeom prst="rect">
            <a:avLst/>
          </a:prstGeom>
          <a:solidFill>
            <a:srgbClr val="3D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5486400"/>
            <a:ext cx="1097280" cy="1097280"/>
          </a:xfrm>
          <a:prstGeom prst="ellipse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182880"/>
            <a:ext cx="731520" cy="731520"/>
          </a:xfrm>
          <a:prstGeom prst="ellipse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3A4A52"/>
                </a:solidFill>
              </a:defRPr>
            </a:pPr>
            <a:r>
              <a:t>百年孤独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3756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5A8AA8"/>
                </a:solidFill>
              </a:defRPr>
            </a:pPr>
            <a:r>
              <a:t>加西亚·马尔克斯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5F8FA"/>
                </a:solidFill>
              </a:defRPr>
            </a:pPr>
            <a:r>
              <a:t>文学赏析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7A8A92"/>
                </a:solidFill>
              </a:defRPr>
            </a:pPr>
            <a:r>
              <a:t>2026年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