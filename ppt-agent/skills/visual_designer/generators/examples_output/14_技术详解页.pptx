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8096"/>
                </a:solidFill>
              </a:defRPr>
            </a:pPr>
            <a:r>
              <a:t>文学手法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202C"/>
                </a:solidFill>
              </a:defRPr>
            </a:pPr>
            <a:r>
              <a:t>魔幻现实主义核心技法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718096"/>
                </a:solidFill>
              </a:defRPr>
            </a:pPr>
            <a:r>
              <a:t>马尔克斯将拉美现实与神话传说融合，创造独特的叙事风格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303520" cy="43891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035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叙事技巧分析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核心要点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以平静语气叙述荒诞事件，消除魔幻与现实的界限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循环时间结构打破线性叙事，命运轮回贯穿全书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大量使用象征与隐喻，如猪尾巴、黄蝴蝶、雨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全知视角与多重视角切换，增强叙事层次感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深度分析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时间维度：环形叙事打破线性传统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空间维度：马孔多与拉美地理一一对应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5303520" cy="43891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30352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288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282"/>
                </a:solidFill>
              </a:defRPr>
            </a:pPr>
            <a:r>
              <a:t>经典案例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案例说明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美人儿雷梅苔丝升天：抓着床单飞升，家人平静接受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失眠症蔓延：全镇人失去记忆，必须给物品贴标签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4612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四年十一个月零两天大雨：象征马孔多的衰落与清洗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6616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梅尔基亚德斯鬼魂：死后仍在密室撰写羊皮卷预言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7763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数据支撑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7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全书含魔幻元素场景约47处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1771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循环命名模式：7代中奥雷里亚诺出现11次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5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02C"/>
                </a:solidFill>
              </a:defRPr>
            </a:pPr>
            <a:r>
              <a:t>时间跨度144年，但叙事呈环形结构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