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18096"/>
                </a:solidFill>
              </a:defRPr>
            </a:pPr>
            <a:r>
              <a:t>经典场景分析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202C"/>
                </a:solidFill>
              </a:defRPr>
            </a:pPr>
            <a:r>
              <a:t>香蕉公司大屠杀——历史与魔幻的交织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77295" cy="77724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D3748"/>
                </a:solidFill>
              </a:defRPr>
            </a:pPr>
            <a:r>
              <a:t>Context · 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124712"/>
            <a:ext cx="8991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1928年哥伦比亚苏克雷省香蕉种植园，数千工人罢工要求改善待遇，政府军镇压造成大量伤亡，但官方长期否认此事发生。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11277295" cy="777240"/>
          </a:xfrm>
          <a:prstGeom prst="roundRect">
            <a:avLst/>
          </a:prstGeom>
          <a:solidFill>
            <a:srgbClr val="E8F0F5"/>
          </a:solidFill>
          <a:ln w="19050">
            <a:solidFill>
              <a:srgbClr val="7B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4A5568"/>
                </a:solidFill>
              </a:defRPr>
            </a:pPr>
            <a:r>
              <a:t>Problem · 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8991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202C"/>
                </a:solidFill>
              </a:defRPr>
            </a:pPr>
            <a:r>
              <a:t>真实历史被官方抹去，集体记忆被篡改，受害者后代无法确认祖先遭遇，形成历史虚无主义。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25496"/>
            <a:ext cx="11277295" cy="100584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D3748"/>
                </a:solidFill>
              </a:defRPr>
            </a:pPr>
            <a:r>
              <a:t>Solution · 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98648"/>
            <a:ext cx="8991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马尔克斯以魔幻手法重写历史：大屠杀后只有一列火车运走尸体，但全镇人集体失忆，只有奥雷里亚诺第三从老兵口中得知真相。政府发布官方声明称只有一个人死亡，用谎言覆盖真实。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D3748"/>
                </a:solidFill>
              </a:defRPr>
            </a:pPr>
            <a:r>
              <a:t>Results · 成果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52544"/>
            <a:ext cx="3637178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52544"/>
            <a:ext cx="3637178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443984"/>
            <a:ext cx="34177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3748"/>
                </a:solidFill>
              </a:defRPr>
            </a:pPr>
            <a:r>
              <a:t>公开承认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09744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202C"/>
                </a:solidFill>
              </a:defRPr>
            </a:pPr>
            <a:r>
              <a:t>历史真相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010912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18096"/>
                </a:solidFill>
              </a:defRPr>
            </a:pPr>
            <a:r>
              <a:t>小说出版后政府被迫承认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4352544"/>
            <a:ext cx="3637178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4352544"/>
            <a:ext cx="3637178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6986" y="4443984"/>
            <a:ext cx="34177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3748"/>
                </a:solidFill>
              </a:defRPr>
            </a:pPr>
            <a:r>
              <a:t>全球经典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4809744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202C"/>
                </a:solidFill>
              </a:defRPr>
            </a:pPr>
            <a:r>
              <a:t>文学影响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986" y="5010912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18096"/>
                </a:solidFill>
              </a:defRPr>
            </a:pPr>
            <a:r>
              <a:t>成为拉美历史文学书写典范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4352544"/>
            <a:ext cx="3637178" cy="1097280"/>
          </a:xfrm>
          <a:prstGeom prst="round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4352544"/>
            <a:ext cx="3637178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7044" y="4443984"/>
            <a:ext cx="34177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3748"/>
                </a:solidFill>
              </a:defRPr>
            </a:pPr>
            <a:r>
              <a:t>持续研究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7044" y="4809744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202C"/>
                </a:solidFill>
              </a:defRPr>
            </a:pPr>
            <a:r>
              <a:t>学术价值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7044" y="5010912"/>
            <a:ext cx="34177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18096"/>
                </a:solidFill>
              </a:defRPr>
            </a:pPr>
            <a:r>
              <a:t>影响后殖民文学历史叙事反思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