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A5568"/>
                </a:solidFill>
              </a:defRPr>
            </a:pPr>
            <a:r>
              <a:t>故事背景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85800"/>
            <a:ext cx="73152" cy="54864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A202C"/>
                </a:solidFill>
              </a:defRPr>
            </a:pPr>
            <a:r>
              <a:t>马孔多的诞生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D3748"/>
                </a:solidFill>
              </a:defRPr>
            </a:pPr>
            <a:r>
              <a:t>虚构小镇的现实根基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75688"/>
            <a:ext cx="109728" cy="109728"/>
          </a:xfrm>
          <a:prstGeom prst="rect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1A202C"/>
                </a:solidFill>
              </a:defRPr>
            </a:pPr>
            <a:r>
              <a:t>马孔多源于马尔克斯童年故乡阿拉卡塔卡小镇，19世纪末香蕉公司进驻哥伦比亚的真实历史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670048"/>
            <a:ext cx="109728" cy="109728"/>
          </a:xfrm>
          <a:prstGeom prst="rect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560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1A202C"/>
                </a:solidFill>
              </a:defRPr>
            </a:pPr>
            <a:r>
              <a:t>小镇由何塞·阿尔卡蒂奥·布恩迪亚带领一群追随者穿越沼泽建立，象征拉美殖民开拓史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264408"/>
            <a:ext cx="109728" cy="109728"/>
          </a:xfrm>
          <a:prstGeom prst="rect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154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1A202C"/>
                </a:solidFill>
              </a:defRPr>
            </a:pPr>
            <a:r>
              <a:t>吉普赛人梅尔基亚德斯带来磁铁、望远镜等发明，映射西方文明对拉美的冲击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858768"/>
            <a:ext cx="109728" cy="109728"/>
          </a:xfrm>
          <a:prstGeom prst="rect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7490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1A202C"/>
                </a:solidFill>
              </a:defRPr>
            </a:pPr>
            <a:r>
              <a:t>香蕉公司带来繁荣后引发大屠杀，影射1928年哥伦比亚香蕉工人大屠杀真实事件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453128"/>
            <a:ext cx="109728" cy="109728"/>
          </a:xfrm>
          <a:prstGeom prst="rect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343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1A202C"/>
                </a:solidFill>
              </a:defRPr>
            </a:pPr>
            <a:r>
              <a:t>马孔多最终被飓风抹去，象征拉美被遗忘的历史循环与孤独命运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