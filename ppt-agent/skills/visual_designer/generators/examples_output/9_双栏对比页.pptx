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家族命名循环与命运重复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03520" cy="50292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303520" cy="73152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143000"/>
            <a:ext cx="5303520" cy="502920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</a:defRPr>
            </a:pPr>
            <a:r>
              <a:t>男性角色（阿尔卡蒂奥/何塞）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何塞·阿尔卡蒂奥·布恩迪亚：家族创始人，痴迷科学实验，最终被绑在栗树下发疯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阿尔卡蒂奥第二代：身材魁梧，性格冲动，在战争中崛起后被枪杀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奥雷里亚诺上校：发动32场起义全部失败，晚年反复制作小金鱼又融化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阿尔卡蒂奥第三代：继承祖父疯狂基因，在香蕉公司大屠杀中丧生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07592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C5282"/>
                </a:solidFill>
              </a:defRPr>
            </a:pPr>
            <a:r>
              <a:t>女性角色（乌尔苏拉/阿玛兰妲）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乌尔苏拉：家族支柱，活119岁，见证七代兴衰，是唯一保持清醒的人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阿玛兰妲：终身未嫁，织裹尸布又拆掉，在孤独中度过一生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雷梅苔丝（美人儿）：美丽到不真实，17岁升天消失，象征纯粹之美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49377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202C"/>
                </a:solidFill>
              </a:defRPr>
            </a:pPr>
            <a:r>
              <a:t>· 阿玛兰妲·乌尔苏拉：第六代，试图改革马孔多，与侄子乱伦生下猪尾巴孩子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