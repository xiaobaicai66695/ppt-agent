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5A8AA8"/>
                </a:solidFill>
              </a:defRPr>
            </a:pPr>
            <a: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3A4A52"/>
                </a:solidFill>
              </a:defRPr>
            </a:pPr>
            <a:r>
              <a:t>总结回顾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7772400" cy="41148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54864" cy="502920"/>
          </a:xfrm>
          <a:prstGeom prst="rect">
            <a:avLst/>
          </a:prstGeom>
          <a:solidFill>
            <a:srgbClr val="3D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01  《百年孤独》是魔幻现实主义巅峰之作，1967年出版后全球销量超5000万册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331720"/>
            <a:ext cx="54864" cy="502920"/>
          </a:xfrm>
          <a:prstGeom prst="rect">
            <a:avLst/>
          </a:prstGeom>
          <a:solidFill>
            <a:srgbClr val="3D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02  布恩迪亚家族七代人跨越144年，命名循环与命运轮回构成独特叙事结构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246120"/>
            <a:ext cx="54864" cy="502920"/>
          </a:xfrm>
          <a:prstGeom prst="rect">
            <a:avLst/>
          </a:prstGeom>
          <a:solidFill>
            <a:srgbClr val="3D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0040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03  马尔克斯以平静语气叙述魔幻事件，将拉美历史创伤转化为永恒文学经典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160520"/>
            <a:ext cx="54864" cy="502920"/>
          </a:xfrm>
          <a:prstGeom prst="rect">
            <a:avLst/>
          </a:prstGeom>
          <a:solidFill>
            <a:srgbClr val="3D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11480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04  孤独、宿命、遗忘三大主题深刻反映拉美身份认同与历史困境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1188720"/>
            <a:ext cx="3200400" cy="4114800"/>
          </a:xfrm>
          <a:prstGeom prst="rect">
            <a:avLst/>
          </a:prstGeom>
          <a:solidFill>
            <a:srgbClr val="3D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5603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5F8FA"/>
                </a:solidFill>
              </a:defRPr>
            </a:pPr>
            <a:r>
              <a:t>感谢观看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383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7BA3B8"/>
                </a:solidFill>
              </a:defRPr>
            </a:pPr>
            <a:r>
              <a:t>《百年孤独》——一部属于全人类的文学经典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