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568"/>
                </a:solidFill>
              </a:defRPr>
            </a:pPr>
            <a:r>
              <a:t>作者自述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马尔克斯的创作理念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3035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54864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4864" cy="4572000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18096"/>
                </a:solidFill>
              </a:defRPr>
            </a:pPr>
            <a:r>
              <a:t>[图片占位]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D3748"/>
                </a:solidFill>
              </a:defRPr>
            </a:pPr>
            <a:r>
              <a:t>魔幻现实主义的根源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5568"/>
                </a:solidFill>
              </a:defRPr>
            </a:pPr>
            <a:r>
              <a:t>创作自述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914400" cy="36576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我小说中的任何事物都没有经过预先思考，所有人物在我开始写作时都带着他们自己的思想、语言和行为方式。《百年孤独》中的一切都有真实原型。我外祖父家就有吉普赛人带来新发明，我外祖母讲述故事时语气就像事情刚刚发生。孤独不是寂寞，而是缺乏爱情与团结的能力。布恩迪亚家族的悲剧在于他们学会了孤独，却从未学会团结。马孔多就是阿拉卡塔卡，我童年记忆中的那个被香蕉公司改变的小镇。魔幻不是虚构，而是拉美真实的现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