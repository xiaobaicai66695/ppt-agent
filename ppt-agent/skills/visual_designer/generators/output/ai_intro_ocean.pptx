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AI大模型技术概述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BA3B8"/>
                </a:solidFill>
              </a:defRPr>
            </a:pPr>
            <a:r>
              <a:t>从基础原理到行业应用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技术研发部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2025年1月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三大技术里程碑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 什么是大模型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 技术发展历程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 核心原理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 能力与特点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9028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05  行业应用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什么是大模型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AI的新范式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大模型的定义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大语言模型（LLM）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基于海量数据训练的超大规模神经网络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参数规模从数亿到数千亿不等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通过自监督学习从文本中自动提取知识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具备涌现能力（Emergent Capabilities）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规模与能力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GPT-3 参数规模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训练数据量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涌现能力数量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技术发展历程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从感知机到Transformer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639312"/>
            <a:ext cx="9875520" cy="36576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感知机</a:t>
            </a:r>
            <a:br/>
            <a:r>
              <a:t>首个线性分类器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900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反向传播</a:t>
            </a:r>
            <a:br/>
            <a:r>
              <a:t>多层网络训练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701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LeNet</a:t>
            </a:r>
            <a:br/>
            <a:r>
              <a:t>卷积神经网络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Transformer</a:t>
            </a:r>
            <a:br/>
            <a:r>
              <a:t>注意力机制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GPT-3</a:t>
            </a:r>
            <a:br/>
            <a:r>
              <a:t>超大模型涌现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6365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核心原理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Transformer架构与涌现能力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Transformer架构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核心组件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自注意力机制：任意位置直接建模依赖关系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多头注意力：并行学习不同子空间的特征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位置编码：注入序列位置信息（非RNN）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前馈网络：非线性变换与特征提取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涌现能力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思维链推理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分步思考复杂问题，逻辑链可追溯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上下文学习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无需微调，通过示例完成新任务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根据描述自动生成可执行代码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多模态理解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同时处理文本、图像、音频输入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能力与特点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大模型的核心优势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强大的语言理解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精准把握语义与上下文意图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高质量内容生成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文章、代码、创意内容自动生成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知识推理与问答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跨知识库关联分析与精准回答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多语言支持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原生支持100+语言跨语言任务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行业应用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大模型正在改变各行各业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行业应用案例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6400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A"/>
                </a:solidFill>
              </a:defRPr>
            </a:pPr>
            <a:r>
              <a:t>01 金融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5915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智能风控与反欺诈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智能投顾与理财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0507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合同智能审核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64008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02 医疗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35915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医学影像辅助诊断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18211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新药研发加速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00507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电子病历智能分析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3474720" cy="64008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03 制造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235915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质量缺陷智能检测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318211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预测性设备维护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9" y="400507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工艺参数优化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应用效果数据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金融机构效率提升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新药研发周期缩短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制造缺陷率降低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技术趋势与挑战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多模态融合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文本/图像/视频/音频统一建模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Agent智能体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自主规划与执行复杂任务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端侧部署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本地化推理保护隐私降低成本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小模型优化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知识蒸馏实现轻量化高性能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具身智能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大模型驱动机器人感知与决策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安全可控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对齐技术确保AI行为安全可靠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 i="0">
                <a:solidFill>
                  <a:srgbClr val="A8C4D4"/>
                </a:solidFill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A4A52"/>
                </a:solidFill>
              </a:defRPr>
            </a:pPr>
            <a:r>
              <a:t>人工智能就像一列正在加速的火车，你现在要做的不是争论它的终点在哪里，而是赶紧跳上去。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7BA3B8"/>
                </a:solidFill>
              </a:defRPr>
            </a:pPr>
            <a:r>
              <a:t>—— 李开复，创新工场创始人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669280"/>
            <a:ext cx="1371600" cy="9144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核心要点回顾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大模型是AI发展的重要里程碑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Transformer通过自注意力实现大一统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规模带来涌现能力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605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正在加速各行业的数字化落地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5F8FA"/>
                </a:solidFill>
              </a:defRPr>
            </a:pPr>
            <a:r>
              <a:t>感谢聆听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A8C4D4"/>
                </a:solidFill>
              </a:defRPr>
            </a:pPr>
            <a:r>
              <a:t>技术研发部 | tech@company.com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