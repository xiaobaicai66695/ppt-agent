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C8FF"/>
                </a:solidFill>
              </a:defRPr>
            </a:pPr>
            <a:r>
              <a:t>提问与交流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96C8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DCF0"/>
                </a:solidFill>
              </a:defRPr>
            </a:pPr>
            <a:r>
              <a:t>技术研发中心 | 人工智能部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200400"/>
            <a:ext cx="182880" cy="18288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3200400"/>
            <a:ext cx="182880" cy="18288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3200400"/>
            <a:ext cx="182880" cy="18288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0" y="3200400"/>
            <a:ext cx="182880" cy="18288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0" y="3200400"/>
            <a:ext cx="182880" cy="182880"/>
          </a:xfrm>
          <a:prstGeom prst="ellipse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