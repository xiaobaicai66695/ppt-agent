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0"/>
                </a:solidFill>
              </a:defRPr>
            </a:pPr>
            <a:r>
              <a:t>AI大模型代表了当前人工智能发展的核心范式，正引领着从感知智能到认知智能的深刻转变。</a:t>
            </a:r>
          </a:p>
          <a:p>
            <a:pPr>
              <a:defRPr sz="1600">
                <a:solidFill>
                  <a:srgbClr val="B4C8DC"/>
                </a:solidFill>
              </a:defRPr>
            </a:pPr>
          </a:p>
          <a:p>
            <a:pPr>
              <a:defRPr sz="2000" b="1">
                <a:solidFill>
                  <a:srgbClr val="00B4FF"/>
                </a:solidFill>
              </a:defRPr>
            </a:pPr>
            <a:r>
              <a:t>核心观点：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• 技术驱动：Transformer架构、预测练范式、缩放定律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• 能力跃迁：涌现能力突破，通用任务处理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• 应用广泛：跨行业赋能，生产力革命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• 挑战并存：技术限制与伦理考量需同步解决</a:t>
            </a:r>
          </a:p>
          <a:p>
            <a:pPr>
              <a:defRPr sz="1600">
                <a:solidFill>
                  <a:srgbClr val="B4DCF0"/>
                </a:solidFill>
              </a:defRPr>
            </a:pPr>
            <a:r>
              <a:t>• 未来可期：在高效、可靠、普惠方向持续进化</a:t>
            </a:r>
          </a:p>
          <a:p>
            <a:pPr>
              <a:defRPr sz="1600">
                <a:solidFill>
                  <a:srgbClr val="B4C8DC"/>
                </a:solidFill>
              </a:defRPr>
            </a:pPr>
          </a:p>
          <a:p>
            <a:pPr>
              <a:defRPr sz="1600">
                <a:solidFill>
                  <a:srgbClr val="B4C8DC"/>
                </a:solidFill>
              </a:defRPr>
            </a:pPr>
            <a:r>
              <a:t>AI大模型不仅是技术突破，更是推动社会进步、重塑人机关系的重要力量。我们正站在智能新时代的门槛前，未来将由技术创新与责任担当共同塑造。</a:t>
            </a:r>
          </a:p>
        </p:txBody>
      </p:sp>
      <p:sp>
        <p:nvSpPr>
          <p:cNvPr id="5" name="Right Arrow 4"/>
          <p:cNvSpPr/>
          <p:nvPr/>
        </p:nvSpPr>
        <p:spPr>
          <a:xfrm rot="20700000">
            <a:off x="3429000" y="5029200"/>
            <a:ext cx="457200" cy="274320"/>
          </a:xfrm>
          <a:prstGeom prst="rightArrow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3886200" y="5029200"/>
            <a:ext cx="457200" cy="274320"/>
          </a:xfrm>
          <a:prstGeom prst="rightArrow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 rot="900000">
            <a:off x="4343400" y="5029200"/>
            <a:ext cx="457200" cy="274320"/>
          </a:xfrm>
          <a:prstGeom prst="rightArrow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