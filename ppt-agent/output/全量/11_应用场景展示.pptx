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典型应用场景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AIGC创作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写作、绘画、音乐、视频生成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0" y="17830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17373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智能助手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客服、秘书、个人助理</a:t>
            </a:r>
          </a:p>
        </p:txBody>
      </p:sp>
      <p:sp>
        <p:nvSpPr>
          <p:cNvPr id="11" name="Diamond 10"/>
          <p:cNvSpPr/>
          <p:nvPr/>
        </p:nvSpPr>
        <p:spPr>
          <a:xfrm>
            <a:off x="4297680" y="17830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0" y="17373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920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代码编程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代码生成、调试、优化</a:t>
            </a:r>
          </a:p>
        </p:txBody>
      </p:sp>
      <p:sp>
        <p:nvSpPr>
          <p:cNvPr id="15" name="Diamond 14"/>
          <p:cNvSpPr/>
          <p:nvPr/>
        </p:nvSpPr>
        <p:spPr>
          <a:xfrm>
            <a:off x="6766560" y="17830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1089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教育培训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个性化学习、智能辅导</a:t>
            </a:r>
          </a:p>
        </p:txBody>
      </p:sp>
      <p:sp>
        <p:nvSpPr>
          <p:cNvPr id="19" name="Diamond 18"/>
          <p:cNvSpPr/>
          <p:nvPr/>
        </p:nvSpPr>
        <p:spPr>
          <a:xfrm>
            <a:off x="1828800" y="31546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91840" y="31089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2918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科学研究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文献分析、假设生成</a:t>
            </a:r>
          </a:p>
        </p:txBody>
      </p:sp>
      <p:sp>
        <p:nvSpPr>
          <p:cNvPr id="23" name="Diamond 22"/>
          <p:cNvSpPr/>
          <p:nvPr/>
        </p:nvSpPr>
        <p:spPr>
          <a:xfrm>
            <a:off x="4297680" y="31546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0" y="31089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医疗健康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诊断辅助、药物研发</a:t>
            </a:r>
          </a:p>
        </p:txBody>
      </p:sp>
      <p:sp>
        <p:nvSpPr>
          <p:cNvPr id="27" name="Diamond 26"/>
          <p:cNvSpPr/>
          <p:nvPr/>
        </p:nvSpPr>
        <p:spPr>
          <a:xfrm>
            <a:off x="6766560" y="31546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4805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634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金融分析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风险评估、投资建议</a:t>
            </a:r>
          </a:p>
        </p:txBody>
      </p:sp>
      <p:sp>
        <p:nvSpPr>
          <p:cNvPr id="31" name="Diamond 30"/>
          <p:cNvSpPr/>
          <p:nvPr/>
        </p:nvSpPr>
        <p:spPr>
          <a:xfrm>
            <a:off x="1828800" y="45262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91840" y="4480560"/>
            <a:ext cx="2286000" cy="1188720"/>
          </a:xfrm>
          <a:prstGeom prst="roundRect">
            <a:avLst/>
          </a:prstGeom>
          <a:solidFill>
            <a:srgbClr val="19283C"/>
          </a:solidFill>
          <a:ln w="127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6634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FF"/>
                </a:solidFill>
              </a:defRPr>
            </a:pPr>
            <a:r>
              <a:t>内容审核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敏感信息过滤、质量检查</a:t>
            </a:r>
          </a:p>
        </p:txBody>
      </p:sp>
      <p:sp>
        <p:nvSpPr>
          <p:cNvPr id="35" name="Diamond 34"/>
          <p:cNvSpPr/>
          <p:nvPr/>
        </p:nvSpPr>
        <p:spPr>
          <a:xfrm>
            <a:off x="4297680" y="4526280"/>
            <a:ext cx="274320" cy="274320"/>
          </a:xfrm>
          <a:prstGeom prst="diamond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