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B4FF"/>
                </a:solidFill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C8FF"/>
                </a:solidFill>
              </a:defRPr>
            </a:pPr>
            <a:r>
              <a:t>什么是AI大模型？</a:t>
            </a:r>
          </a:p>
        </p:txBody>
      </p:sp>
      <p:sp>
        <p:nvSpPr>
          <p:cNvPr id="4" name="Oval 3"/>
          <p:cNvSpPr/>
          <p:nvPr/>
        </p:nvSpPr>
        <p:spPr>
          <a:xfrm>
            <a:off x="3291840" y="4114800"/>
            <a:ext cx="731520" cy="731520"/>
          </a:xfrm>
          <a:prstGeom prst="ellipse">
            <a:avLst/>
          </a:prstGeom>
          <a:solidFill>
            <a:srgbClr val="0064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023359" y="4114800"/>
            <a:ext cx="731520" cy="731520"/>
          </a:xfrm>
          <a:prstGeom prst="ellipse">
            <a:avLst/>
          </a:prstGeom>
          <a:solidFill>
            <a:srgbClr val="0096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9" y="4114800"/>
            <a:ext cx="731520" cy="731520"/>
          </a:xfrm>
          <a:prstGeom prst="ellipse">
            <a:avLst/>
          </a:prstGeom>
          <a:solidFill>
            <a:srgbClr val="00C8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