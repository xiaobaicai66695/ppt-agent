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关键概念解析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FF"/>
                </a:solidFill>
              </a:defRPr>
            </a:pPr>
            <a:r>
              <a:t>涌现能力 (Emergent Ability)</a:t>
            </a:r>
          </a:p>
          <a:p>
            <a:br/>
            <a:pPr>
              <a:lnSpc>
                <a:spcPct val="130000"/>
              </a:lnSpc>
              <a:defRPr sz="1600">
                <a:solidFill>
                  <a:srgbClr val="C8DCF0"/>
                </a:solidFill>
              </a:defRPr>
            </a:pPr>
            <a:r>
              <a:t>当模型规模超过某个临界阈值时，突然出现的一种能力，这种能力在小规模模型中不存在或表现很差。典型表现包括：思维链推理、复杂指令跟随、代码生成、多步推理等。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8229600" cy="18288"/>
          </a:xfrm>
          <a:prstGeom prst="rect">
            <a:avLst/>
          </a:prstGeom>
          <a:solidFill>
            <a:srgbClr val="3264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FF"/>
                </a:solidFill>
              </a:defRPr>
            </a:pPr>
            <a:r>
              <a:t>缩放定律 (Scaling Laws)</a:t>
            </a:r>
          </a:p>
          <a:p>
            <a:br/>
            <a:pPr>
              <a:lnSpc>
                <a:spcPct val="130000"/>
              </a:lnSpc>
              <a:defRPr sz="1600">
                <a:solidFill>
                  <a:srgbClr val="C8DCF0"/>
                </a:solidFill>
              </a:defRPr>
            </a:pPr>
            <a:r>
              <a:t>描述模型性能随参数数量、训练数据量和计算量增长而可预测提升的规律。关键发现：性能≈α·log(参数)+β·log(数据)+γ·log(计算)+常数。指导意义：为AI发展提供可预测的路径和投资决策依据。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