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1. 什么是AI大模型？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2. 技术演进之路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3. 核心能力解析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4. 典型应用场景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5. 面临的挑战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6. 未来发展趋势</a:t>
            </a:r>
          </a:p>
          <a:p>
            <a:pPr>
              <a:spcAft>
                <a:spcPts val="1000"/>
              </a:spcAft>
              <a:defRPr sz="2400">
                <a:solidFill>
                  <a:srgbClr val="C8DCF0"/>
                </a:solidFill>
              </a:defRPr>
            </a:pPr>
            <a:r>
              <a:t>7. 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554480"/>
            <a:ext cx="6400800" cy="4572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