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C8FF"/>
                </a:solidFill>
              </a:defRPr>
            </a:pPr>
            <a:r>
              <a:t>AI大模型：开启智能新纪元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B4DCFF"/>
                </a:solidFill>
              </a:defRPr>
            </a:pPr>
            <a:r>
              <a:t>技术原理、核心能力与未来趋势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5720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96C8E6"/>
                </a:solidFill>
              </a:defRPr>
            </a:pPr>
            <a:r>
              <a:t>技术研发中心</a:t>
            </a:r>
          </a:p>
          <a:p>
            <a:pPr algn="ctr">
              <a:defRPr sz="2000">
                <a:solidFill>
                  <a:srgbClr val="96C8E6"/>
                </a:solidFill>
              </a:defRPr>
            </a:pPr>
            <a:r>
              <a:t>2026年4月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657600"/>
            <a:ext cx="274320" cy="274320"/>
          </a:xfrm>
          <a:prstGeom prst="roundRect">
            <a:avLst/>
          </a:prstGeom>
          <a:solidFill>
            <a:srgbClr val="0096FF"/>
          </a:solidFill>
          <a:ln>
            <a:solidFill>
              <a:srgbClr val="006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86000" y="3657600"/>
            <a:ext cx="274320" cy="274320"/>
          </a:xfrm>
          <a:prstGeom prst="roundRect">
            <a:avLst/>
          </a:prstGeom>
          <a:solidFill>
            <a:srgbClr val="0096FF"/>
          </a:solidFill>
          <a:ln>
            <a:solidFill>
              <a:srgbClr val="006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0" y="3657600"/>
            <a:ext cx="274320" cy="274320"/>
          </a:xfrm>
          <a:prstGeom prst="roundRect">
            <a:avLst/>
          </a:prstGeom>
          <a:solidFill>
            <a:srgbClr val="0096FF"/>
          </a:solidFill>
          <a:ln>
            <a:solidFill>
              <a:srgbClr val="006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0" y="3657600"/>
            <a:ext cx="274320" cy="274320"/>
          </a:xfrm>
          <a:prstGeom prst="roundRect">
            <a:avLst/>
          </a:prstGeom>
          <a:solidFill>
            <a:srgbClr val="0096FF"/>
          </a:solidFill>
          <a:ln>
            <a:solidFill>
              <a:srgbClr val="006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0" y="3657600"/>
            <a:ext cx="274320" cy="274320"/>
          </a:xfrm>
          <a:prstGeom prst="roundRect">
            <a:avLst/>
          </a:prstGeom>
          <a:solidFill>
            <a:srgbClr val="0096FF"/>
          </a:solidFill>
          <a:ln>
            <a:solidFill>
              <a:srgbClr val="006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