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AI模型技术演进历程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594360" y="1691640"/>
            <a:ext cx="274320" cy="27432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DCFF"/>
                </a:solidFill>
              </a:defRPr>
            </a:pPr>
            <a:r>
              <a:t>1980s-1990s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早期规则系统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基于专家系统和规则推理</a:t>
            </a:r>
          </a:p>
        </p:txBody>
      </p:sp>
      <p:sp>
        <p:nvSpPr>
          <p:cNvPr id="8" name="Oval 7"/>
          <p:cNvSpPr/>
          <p:nvPr/>
        </p:nvSpPr>
        <p:spPr>
          <a:xfrm>
            <a:off x="1783080" y="1691640"/>
            <a:ext cx="274320" cy="27432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DCFF"/>
                </a:solidFill>
              </a:defRPr>
            </a:pPr>
            <a:r>
              <a:t>2000s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统计机器学习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SVM、决策树、随机森林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1691640"/>
            <a:ext cx="274320" cy="27432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DCFF"/>
                </a:solidFill>
              </a:defRPr>
            </a:pPr>
            <a:r>
              <a:t>2010-2015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深度学习兴起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CNN、RNN在视觉和语言任务突破</a:t>
            </a:r>
          </a:p>
        </p:txBody>
      </p:sp>
      <p:sp>
        <p:nvSpPr>
          <p:cNvPr id="16" name="Oval 15"/>
          <p:cNvSpPr/>
          <p:nvPr/>
        </p:nvSpPr>
        <p:spPr>
          <a:xfrm>
            <a:off x="4160520" y="1691640"/>
            <a:ext cx="274320" cy="27432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DCFF"/>
                </a:solidFill>
              </a:defRPr>
            </a:pPr>
            <a:r>
              <a:t>2018-2019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预训练模型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BERT、GPT-1/2，Transformer架构</a:t>
            </a:r>
          </a:p>
        </p:txBody>
      </p:sp>
      <p:sp>
        <p:nvSpPr>
          <p:cNvPr id="20" name="Oval 19"/>
          <p:cNvSpPr/>
          <p:nvPr/>
        </p:nvSpPr>
        <p:spPr>
          <a:xfrm>
            <a:off x="5349240" y="1691640"/>
            <a:ext cx="274320" cy="27432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DCFF"/>
                </a:solidFill>
              </a:defRPr>
            </a:pPr>
            <a: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大语言模型时代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GPT-3（1750亿参数）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1691640"/>
            <a:ext cx="274320" cy="27432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DCFF"/>
                </a:solidFill>
              </a:defRPr>
            </a:pPr>
            <a:r>
              <a:t>2021-2023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多模态大模型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DALL·E、Stable Diffusion、GPT-4</a:t>
            </a:r>
          </a:p>
        </p:txBody>
      </p:sp>
      <p:sp>
        <p:nvSpPr>
          <p:cNvPr id="28" name="Oval 27"/>
          <p:cNvSpPr/>
          <p:nvPr/>
        </p:nvSpPr>
        <p:spPr>
          <a:xfrm>
            <a:off x="7726680" y="1691640"/>
            <a:ext cx="274320" cy="27432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DCFF"/>
                </a:solidFill>
              </a:defRPr>
            </a:pPr>
            <a:r>
              <a:t>2024+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具身智能与AGI探索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机器人、通用人工智能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1810512"/>
            <a:ext cx="914400" cy="36576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57400" y="1810512"/>
            <a:ext cx="914400" cy="36576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46120" y="1810512"/>
            <a:ext cx="914400" cy="36576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1810512"/>
            <a:ext cx="914400" cy="36576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23560" y="1810512"/>
            <a:ext cx="914400" cy="36576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12280" y="1810512"/>
            <a:ext cx="914400" cy="36576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