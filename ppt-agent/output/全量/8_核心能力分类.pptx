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核心能力解析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自然语言理解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文本分类与情感分析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语义理解与关系抽取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多语言翻译</a:t>
            </a:r>
          </a:p>
          <a:p>
            <a:pPr>
              <a:defRPr sz="1000"/>
            </a:pPr>
          </a:p>
          <a:p>
            <a:pPr>
              <a:defRPr sz="1800" b="1">
                <a:solidFill>
                  <a:srgbClr val="64C8FF"/>
                </a:solidFill>
              </a:defRPr>
            </a:pPr>
            <a:r>
              <a:t>2. 内容生成能力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文本创作与续写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代码生成与调试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图像生成与编辑</a:t>
            </a:r>
          </a:p>
          <a:p>
            <a:pPr>
              <a:defRPr sz="1000"/>
            </a:pPr>
          </a:p>
          <a:p>
            <a:pPr>
              <a:defRPr sz="1800" b="1">
                <a:solidFill>
                  <a:srgbClr val="64C8FF"/>
                </a:solidFill>
              </a:defRPr>
            </a:pPr>
            <a:r>
              <a:t>3. 逻辑推理能力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数学问题求解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常识推理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逻辑推演</a:t>
            </a:r>
          </a:p>
          <a:p>
            <a:pPr>
              <a:defRPr sz="1000"/>
            </a:pPr>
          </a:p>
          <a:p>
            <a:pPr>
              <a:defRPr sz="1800" b="1">
                <a:solidFill>
                  <a:srgbClr val="64C8FF"/>
                </a:solidFill>
              </a:defRPr>
            </a:pPr>
            <a:r>
              <a:t>4. 多模态处理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图文互译与理解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视频内容分析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   • 语音交互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Transformer架构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自注意力机制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位置编码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前馈神经网络</a:t>
            </a:r>
          </a:p>
          <a:p>
            <a:pPr>
              <a:defRPr sz="1000"/>
            </a:pPr>
          </a:p>
          <a:p>
            <a:pPr>
              <a:defRPr sz="1800" b="1">
                <a:solidFill>
                  <a:srgbClr val="64C8FF"/>
                </a:solidFill>
              </a:defRPr>
            </a:pPr>
            <a:r>
              <a:t>预测练-微调范式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大规模无监督预测练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小样本指令微调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人类反馈强化学习</a:t>
            </a:r>
          </a:p>
          <a:p>
            <a:pPr>
              <a:defRPr sz="1000"/>
            </a:pPr>
          </a:p>
          <a:p>
            <a:pPr>
              <a:defRPr sz="1800" b="1">
                <a:solidFill>
                  <a:srgbClr val="64C8FF"/>
                </a:solidFill>
              </a:defRPr>
            </a:pPr>
            <a:r>
              <a:t>上下文学习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少量示例提示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In-context Learning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思维链推理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371600"/>
            <a:ext cx="45720" cy="3657600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