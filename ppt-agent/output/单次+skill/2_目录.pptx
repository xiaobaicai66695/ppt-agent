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7315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943600"/>
            <a:ext cx="11274552" cy="73152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972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本次汇报核心内容框架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大模型的定义与核心特征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017520"/>
            <a:ext cx="4114800" cy="18288"/>
          </a:xfrm>
          <a:prstGeom prst="rect">
            <a:avLst/>
          </a:prstGeom>
          <a:solidFill>
            <a:srgbClr val="64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技术发展脉络与里程碑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4114800" cy="18288"/>
          </a:xfrm>
          <a:prstGeom prst="rect">
            <a:avLst/>
          </a:prstGeom>
          <a:solidFill>
            <a:srgbClr val="64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主流架构与关键技术解析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846320"/>
            <a:ext cx="4114800" cy="18288"/>
          </a:xfrm>
          <a:prstGeom prst="rect">
            <a:avLst/>
          </a:prstGeom>
          <a:solidFill>
            <a:srgbClr val="64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0" y="2331720"/>
            <a:ext cx="457200" cy="45720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2860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多模态能力与行业应用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017520"/>
            <a:ext cx="4114800" cy="18288"/>
          </a:xfrm>
          <a:prstGeom prst="rect">
            <a:avLst/>
          </a:prstGeom>
          <a:solidFill>
            <a:srgbClr val="64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2461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2004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面临的挑战与未来趋势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931920"/>
            <a:ext cx="4114800" cy="18288"/>
          </a:xfrm>
          <a:prstGeom prst="rect">
            <a:avLst/>
          </a:prstGeom>
          <a:solidFill>
            <a:srgbClr val="64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1605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148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总结与展望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4846320"/>
            <a:ext cx="4114800" cy="18288"/>
          </a:xfrm>
          <a:prstGeom prst="rect">
            <a:avLst/>
          </a:prstGeom>
          <a:solidFill>
            <a:srgbClr val="64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137160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164592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0" y="192024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219456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35440" y="155448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5440" y="182880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35440" y="210312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326880" y="146304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6880" y="173736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26880" y="201168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18320" y="137160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18320" y="164592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18320" y="192024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18320" y="219456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509760" y="155448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09760" y="182880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09760" y="210312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601200" y="146304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200" y="173736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01200" y="201168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92640" y="137160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692640" y="164592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692640" y="192024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692640" y="219456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784080" y="182880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784080" y="2103120"/>
            <a:ext cx="13716" cy="13716"/>
          </a:xfrm>
          <a:prstGeom prst="ellipse">
            <a:avLst/>
          </a:prstGeom>
          <a:solidFill>
            <a:srgbClr val="32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969696"/>
                </a:solidFill>
              </a:defRPr>
            </a:pPr>
            <a:r>
              <a:t>大模型技术体系深度解析 • 第2页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15600" y="1828800"/>
            <a:ext cx="1371600" cy="914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515600" y="2743200"/>
            <a:ext cx="1371600" cy="914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15600" y="3657600"/>
            <a:ext cx="1371600" cy="914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